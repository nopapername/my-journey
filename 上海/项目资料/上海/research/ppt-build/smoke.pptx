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117a9a92f347a9" /><Relationship Type="http://schemas.openxmlformats.org/officeDocument/2006/relationships/extended-properties" Target="/docProps/app.xml" Id="R1beb724a485d480f" /><Relationship Type="http://schemas.openxmlformats.org/officeDocument/2006/relationships/officeDocument" Target="/ppt/presentation.xml" Id="Ra86a44b96a1a4f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d2cc8e217c4147"/>
  </p:sldMasterIdLst>
  <p:notesMasterIdLst>
    <p:notesMasterId xmlns:r="http://schemas.openxmlformats.org/officeDocument/2006/relationships" r:id="Ree2ffce155414ecf"/>
  </p:notesMasterIdLst>
  <p:sldIdLst>
    <p:sldId xmlns:r="http://schemas.openxmlformats.org/officeDocument/2006/relationships" id="256" r:id="Ra5bad58085ec47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dbccaa803a4e7b" /><Relationship Type="http://schemas.openxmlformats.org/officeDocument/2006/relationships/slideMaster" Target="/ppt/slideMasters/slideMaster1.xml" Id="R57d2cc8e217c4147" /><Relationship Type="http://schemas.openxmlformats.org/officeDocument/2006/relationships/notesMaster" Target="/ppt/notesMasters/notesMaster1.xml" Id="Ree2ffce155414ecf" /><Relationship Type="http://schemas.openxmlformats.org/officeDocument/2006/relationships/presProps" Target="/ppt/presProps.xml" Id="R389c0dbdd2af4c4a" /><Relationship Type="http://schemas.openxmlformats.org/officeDocument/2006/relationships/tableStyles" Target="/ppt/tableStyles.xml" Id="R0eac92f523c343d9" /><Relationship Type="http://schemas.openxmlformats.org/officeDocument/2006/relationships/slide" Target="/ppt/slides/slide1.xml" Id="Ra5bad58085ec47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54c56c0095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2101e150e14b5d" /><Relationship Type="http://schemas.openxmlformats.org/officeDocument/2006/relationships/notesMaster" Target="/ppt/notesMasters/notesMaster1.xml" Id="R8f8c6859f1944a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b171cbaf24f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203cdc6754f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f86b70b1542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f7574ec844f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2b61fdfee4f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eee1b80d04d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5C55EA-9C65-4F7C-ACA3-B80C463B9C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FFCC55-76ED-43DD-95D4-3D733E9DE2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92B091-5A39-4E93-893C-973474C5B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7F9970-FF0E-42D2-8CD8-423A4BB81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0CC432-B467-40E1-963C-A5B38F20FB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0CB6AB-7D05-41C0-8356-9717DAA480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C44ADE-F139-45F2-BE35-75EA1043B6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D8AB40-264A-4291-A5CC-24720E33A1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53F009-E438-4241-A4F0-2A8DA7A7E7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9EA80B-FE23-4FF6-87D9-F45775156D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270f440c8341bb" /><Relationship Type="http://schemas.openxmlformats.org/officeDocument/2006/relationships/slideLayout" Target="/ppt/slideLayouts/slideLayout1.xml" Id="R65bd1baa2f944447" /><Relationship Type="http://schemas.openxmlformats.org/officeDocument/2006/relationships/slideLayout" Target="/ppt/slideLayouts/slideLayout2.xml" Id="Rf06774183df74d74" /><Relationship Type="http://schemas.openxmlformats.org/officeDocument/2006/relationships/slideLayout" Target="/ppt/slideLayouts/slideLayout3.xml" Id="Rc447bbba88d24af7" /><Relationship Type="http://schemas.openxmlformats.org/officeDocument/2006/relationships/slideLayout" Target="/ppt/slideLayouts/slideLayout4.xml" Id="Radc8f3f3b3024377" /><Relationship Type="http://schemas.openxmlformats.org/officeDocument/2006/relationships/slideLayout" Target="/ppt/slideLayouts/slideLayout5.xml" Id="R9320f535d6d14aaa" /><Relationship Type="http://schemas.openxmlformats.org/officeDocument/2006/relationships/slideLayout" Target="/ppt/slideLayouts/slideLayout6.xml" Id="R25ec192578fb4f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bd1baa2f944447"/>
    <p:sldLayoutId xmlns:r="http://schemas.openxmlformats.org/officeDocument/2006/relationships" id="2147483650" r:id="Rf06774183df74d74"/>
    <p:sldLayoutId xmlns:r="http://schemas.openxmlformats.org/officeDocument/2006/relationships" id="2147483651" r:id="Rc447bbba88d24af7"/>
    <p:sldLayoutId xmlns:r="http://schemas.openxmlformats.org/officeDocument/2006/relationships" id="2147483652" r:id="Radc8f3f3b3024377"/>
    <p:sldLayoutId xmlns:r="http://schemas.openxmlformats.org/officeDocument/2006/relationships" id="2147483653" r:id="R9320f535d6d14aaa"/>
    <p:sldLayoutId xmlns:r="http://schemas.openxmlformats.org/officeDocument/2006/relationships" id="2147483654" r:id="R25ec192578fb4f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9be240dd44a8f" /><Relationship Type="http://schemas.openxmlformats.org/officeDocument/2006/relationships/notesSlide" Target="/ppt/notesSlides/notesSlide1.xml" Id="R8a869953e8324d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518E1-7C1B-4D0E-AD46-023AD8AA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上海十月旅行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6A4AD-065F-46F6-8687-1923820F4E47}"/>
              </a:ext>
            </a:extLst>
          </p:cNvPr>
          <p:cNvGraphicFramePr/>
          <p:nvPr/>
        </p:nvGraphicFramePr>
        <p:xfrm>
          <a:off xmlns:a="http://schemas.openxmlformats.org/drawingml/2006/main" x="571500" y="2381250"/>
          <a:ext xmlns:a="http://schemas.openxmlformats.org/drawingml/2006/main" cx="95250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4762500"/>
              </a:tblGrid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C6D4C9"/>
                      </a:solidFill>
                      <a:prstDash val="solid"/>
                    </a:lnL>
                    <a:lnR w="9525">
                      <a:solidFill>
                        <a:srgbClr val="C6D4C9"/>
                      </a:solidFill>
                      <a:prstDash val="solid"/>
                    </a:lnR>
                    <a:lnT w="9525">
                      <a:solidFill>
                        <a:srgbClr val="C6D4C9"/>
                      </a:solidFill>
                      <a:prstDash val="solid"/>
                    </a:lnT>
                    <a:lnB w="9525">
                      <a:solidFill>
                        <a:srgbClr val="C6D4C9"/>
                      </a:solidFill>
                      <a:prstDash val="solid"/>
                    </a:lnB>
                    <a:solidFill>
                      <a:srgbClr val="DCE8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目的地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C6D4C9"/>
                      </a:solidFill>
                      <a:prstDash val="solid"/>
                    </a:lnR>
                    <a:lnT w="9525">
                      <a:solidFill>
                        <a:srgbClr val="C6D4C9"/>
                      </a:solidFill>
                      <a:prstDash val="solid"/>
                    </a:lnT>
                    <a:lnB w="9525">
                      <a:solidFill>
                        <a:srgbClr val="C6D4C9"/>
                      </a:solidFill>
                      <a:prstDash val="solid"/>
                    </a:lnB>
                    <a:solidFill>
                      <a:srgbClr val="DCE8D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C6D4C9"/>
                      </a:solidFill>
                      <a:prstDash val="solid"/>
                    </a:lnL>
                    <a:lnR w="9525">
                      <a:solidFill>
                        <a:srgbClr val="C6D4C9"/>
                      </a:solidFill>
                      <a:prstDash val="solid"/>
                    </a:lnR>
                    <a:lnB w="9525">
                      <a:solidFill>
                        <a:srgbClr val="C6D4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市区酒店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C6D4C9"/>
                      </a:solidFill>
                      <a:prstDash val="solid"/>
                    </a:lnR>
                    <a:lnB w="9525">
                      <a:solidFill>
                        <a:srgbClr val="C6D4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C6D4C9"/>
                      </a:solidFill>
                      <a:prstDash val="solid"/>
                    </a:lnL>
                    <a:lnR w="9525">
                      <a:solidFill>
                        <a:srgbClr val="C6D4C9"/>
                      </a:solidFill>
                      <a:prstDash val="solid"/>
                    </a:lnR>
                    <a:lnB w="9525">
                      <a:solidFill>
                        <a:srgbClr val="C6D4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豫园与外滩</a:t>
                      </a:r>
                    </a:p>
                  </a:txBody>
                  <a:tcPr marL="114300" marR="114300" marT="114300" marB="114300" anchor="ctr">
                    <a:lnR w="9525">
                      <a:solidFill>
                        <a:srgbClr val="C6D4C9"/>
                      </a:solidFill>
                      <a:prstDash val="solid"/>
                    </a:lnR>
                    <a:lnB w="9525">
                      <a:solidFill>
                        <a:srgbClr val="C6D4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82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2026-10-13T14:33:21.9220000Z</dcterms:created>
  <dcterms:modified xsi:type="dcterms:W3CDTF">2026-10-13T14:33:21.9220000Z</dcterms:modified>
</coreProperties>
</file>